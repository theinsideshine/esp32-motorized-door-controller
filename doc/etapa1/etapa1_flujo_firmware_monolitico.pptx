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dark_navy_black_presentation_slide_with_a_clea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